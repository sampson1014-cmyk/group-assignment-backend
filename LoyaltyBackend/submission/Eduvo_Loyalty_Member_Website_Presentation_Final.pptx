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873b1bdee14925" /><Relationship Type="http://schemas.openxmlformats.org/officeDocument/2006/relationships/extended-properties" Target="/docProps/app.xml" Id="R06678d43f2d14302" /><Relationship Type="http://schemas.openxmlformats.org/officeDocument/2006/relationships/officeDocument" Target="/ppt/presentation.xml" Id="R4d5eadc80fda4c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4a2a180cb4443e"/>
  </p:sldMasterIdLst>
  <p:notesMasterIdLst>
    <p:notesMasterId xmlns:r="http://schemas.openxmlformats.org/officeDocument/2006/relationships" r:id="Rf7f639d466c046c1"/>
  </p:notesMasterIdLst>
  <p:sldIdLst>
    <p:sldId xmlns:r="http://schemas.openxmlformats.org/officeDocument/2006/relationships" id="256" r:id="Rb0cbcbdbef9b4cca"/>
    <p:sldId xmlns:r="http://schemas.openxmlformats.org/officeDocument/2006/relationships" id="257" r:id="Rf8eb8620ea764b67"/>
    <p:sldId xmlns:r="http://schemas.openxmlformats.org/officeDocument/2006/relationships" id="258" r:id="Rb1e70daee7a443c0"/>
    <p:sldId xmlns:r="http://schemas.openxmlformats.org/officeDocument/2006/relationships" id="259" r:id="R69d1f1130d5a436c"/>
    <p:sldId xmlns:r="http://schemas.openxmlformats.org/officeDocument/2006/relationships" id="260" r:id="Rc681c098ebb042ae"/>
    <p:sldId xmlns:r="http://schemas.openxmlformats.org/officeDocument/2006/relationships" id="261" r:id="R5d53170c1cf34732"/>
    <p:sldId xmlns:r="http://schemas.openxmlformats.org/officeDocument/2006/relationships" id="262" r:id="Rb460c6eab1d24d03"/>
    <p:sldId xmlns:r="http://schemas.openxmlformats.org/officeDocument/2006/relationships" id="263" r:id="R7d46828c4c204bd8"/>
    <p:sldId xmlns:r="http://schemas.openxmlformats.org/officeDocument/2006/relationships" id="264" r:id="Re1d3b539c60646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0b03a6746247c1" /><Relationship Type="http://schemas.openxmlformats.org/officeDocument/2006/relationships/slideMaster" Target="/ppt/slideMasters/slideMaster1.xml" Id="R144a2a180cb4443e" /><Relationship Type="http://schemas.openxmlformats.org/officeDocument/2006/relationships/notesMaster" Target="/ppt/notesMasters/notesMaster1.xml" Id="Rf7f639d466c046c1" /><Relationship Type="http://schemas.openxmlformats.org/officeDocument/2006/relationships/presProps" Target="/ppt/presProps.xml" Id="R02dd9c9f084341be" /><Relationship Type="http://schemas.openxmlformats.org/officeDocument/2006/relationships/tableStyles" Target="/ppt/tableStyles.xml" Id="R158050a373dc474c" /><Relationship Type="http://schemas.openxmlformats.org/officeDocument/2006/relationships/slide" Target="/ppt/slides/slide1.xml" Id="Rb0cbcbdbef9b4cca" /><Relationship Type="http://schemas.openxmlformats.org/officeDocument/2006/relationships/slide" Target="/ppt/slides/slide2.xml" Id="Rf8eb8620ea764b67" /><Relationship Type="http://schemas.openxmlformats.org/officeDocument/2006/relationships/slide" Target="/ppt/slides/slide3.xml" Id="Rb1e70daee7a443c0" /><Relationship Type="http://schemas.openxmlformats.org/officeDocument/2006/relationships/slide" Target="/ppt/slides/slide4.xml" Id="R69d1f1130d5a436c" /><Relationship Type="http://schemas.openxmlformats.org/officeDocument/2006/relationships/slide" Target="/ppt/slides/slide5.xml" Id="Rc681c098ebb042ae" /><Relationship Type="http://schemas.openxmlformats.org/officeDocument/2006/relationships/slide" Target="/ppt/slides/slide6.xml" Id="R5d53170c1cf34732" /><Relationship Type="http://schemas.openxmlformats.org/officeDocument/2006/relationships/slide" Target="/ppt/slides/slide7.xml" Id="Rb460c6eab1d24d03" /><Relationship Type="http://schemas.openxmlformats.org/officeDocument/2006/relationships/slide" Target="/ppt/slides/slide8.xml" Id="R7d46828c4c204bd8" /><Relationship Type="http://schemas.openxmlformats.org/officeDocument/2006/relationships/slide" Target="/ppt/slides/slide9.xml" Id="Re1d3b539c60646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d5044b364244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2bb904a5084ba0" /><Relationship Type="http://schemas.openxmlformats.org/officeDocument/2006/relationships/notesMaster" Target="/ppt/notesMasters/notesMaster1.xml" Id="R348f5afaee7146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66946a7e894517" /><Relationship Type="http://schemas.openxmlformats.org/officeDocument/2006/relationships/notesMaster" Target="/ppt/notesMasters/notesMaster1.xml" Id="R3dfbe914291a4c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5aa8a52cdc4c58" /><Relationship Type="http://schemas.openxmlformats.org/officeDocument/2006/relationships/notesMaster" Target="/ppt/notesMasters/notesMaster1.xml" Id="Rc7608fca63b942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241088e563441b" /><Relationship Type="http://schemas.openxmlformats.org/officeDocument/2006/relationships/notesMaster" Target="/ppt/notesMasters/notesMaster1.xml" Id="Recbafd1d28644d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7dd759ba43413a" /><Relationship Type="http://schemas.openxmlformats.org/officeDocument/2006/relationships/notesMaster" Target="/ppt/notesMasters/notesMaster1.xml" Id="R2212abbbc09b45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7ccb60b5a94228" /><Relationship Type="http://schemas.openxmlformats.org/officeDocument/2006/relationships/notesMaster" Target="/ppt/notesMasters/notesMaster1.xml" Id="Rfa9d8d8f848f49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27d2172ab146f4" /><Relationship Type="http://schemas.openxmlformats.org/officeDocument/2006/relationships/notesMaster" Target="/ppt/notesMasters/notesMaster1.xml" Id="R5a97ef07374e4e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6c2accc5da467a" /><Relationship Type="http://schemas.openxmlformats.org/officeDocument/2006/relationships/notesMaster" Target="/ppt/notesMasters/notesMaster1.xml" Id="Rb47b262a8fd34e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5e7b5904dc4a2c" /><Relationship Type="http://schemas.openxmlformats.org/officeDocument/2006/relationships/notesMaster" Target="/ppt/notesMasters/notesMaster1.xml" Id="R036eeab9d0ed4d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Loyalty Program Flows and Functions requirements and the completed local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requirementTraining.docx, Member app functions and Web vs mobile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Program.cs, LoyaltyTokenProvider.cs and LoyaltyApiClient.cs.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AccountController.cs, Program.cs and ApiExceptionFilter.cs.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website connected to the supplied Loyalty App V2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MemberReward, MemberVoucher and owned-item API integrations in LoyaltyFeatureService.cs.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website and ManageOutlets/GetAllOutlets API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dotnet build and scripts/SmokeTest.ps1 results from 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API requirements, OpenAPI documentation and completed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cef4fe48944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cac5b23dbb44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018a08e4b46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df850817842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33e00fd2e46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c71e7910248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DDF8B1-7BE3-4333-A998-0EF66869E2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7D4A41-96EE-43E6-9627-0A2CA6FBAB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DDC18D-D09F-4158-B4EE-5782A0DFD6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190678-E070-45C5-9552-B3A61F394D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EA3C9B-F01E-498D-9E03-6285455C7B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52EEF2-00B0-47FE-B62B-6D8293F0AA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E17840-AB61-444D-B591-10FF09AB0F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17C865-36FD-4F8C-A84B-90F7F6DDB5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BDF7AA-3199-412C-A759-1B5FAEDAB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F7F548-FA34-49B2-B046-01C5CF3711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fb79a9a5da4ee6" /><Relationship Type="http://schemas.openxmlformats.org/officeDocument/2006/relationships/slideLayout" Target="/ppt/slideLayouts/slideLayout1.xml" Id="R70e2eb44043f42c5" /><Relationship Type="http://schemas.openxmlformats.org/officeDocument/2006/relationships/slideLayout" Target="/ppt/slideLayouts/slideLayout2.xml" Id="R87f6975506f14a94" /><Relationship Type="http://schemas.openxmlformats.org/officeDocument/2006/relationships/slideLayout" Target="/ppt/slideLayouts/slideLayout3.xml" Id="R9760715a0add4a9b" /><Relationship Type="http://schemas.openxmlformats.org/officeDocument/2006/relationships/slideLayout" Target="/ppt/slideLayouts/slideLayout4.xml" Id="Ra7b866c8dc3b4413" /><Relationship Type="http://schemas.openxmlformats.org/officeDocument/2006/relationships/slideLayout" Target="/ppt/slideLayouts/slideLayout5.xml" Id="R0591b00cc971440c" /><Relationship Type="http://schemas.openxmlformats.org/officeDocument/2006/relationships/slideLayout" Target="/ppt/slideLayouts/slideLayout6.xml" Id="Rb149f21e5b1346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e2eb44043f42c5"/>
    <p:sldLayoutId xmlns:r="http://schemas.openxmlformats.org/officeDocument/2006/relationships" id="2147483650" r:id="R87f6975506f14a94"/>
    <p:sldLayoutId xmlns:r="http://schemas.openxmlformats.org/officeDocument/2006/relationships" id="2147483651" r:id="R9760715a0add4a9b"/>
    <p:sldLayoutId xmlns:r="http://schemas.openxmlformats.org/officeDocument/2006/relationships" id="2147483652" r:id="Ra7b866c8dc3b4413"/>
    <p:sldLayoutId xmlns:r="http://schemas.openxmlformats.org/officeDocument/2006/relationships" id="2147483653" r:id="R0591b00cc971440c"/>
    <p:sldLayoutId xmlns:r="http://schemas.openxmlformats.org/officeDocument/2006/relationships" id="2147483654" r:id="Rb149f21e5b1346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a8205f75a437d" /><Relationship Type="http://schemas.openxmlformats.org/officeDocument/2006/relationships/notesSlide" Target="/ppt/notesSlides/notesSlide1.xml" Id="Rd44f78c65e7543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59c9144294307" /><Relationship Type="http://schemas.openxmlformats.org/officeDocument/2006/relationships/image" Target="/ppt/media/image.jpeg" Id="Rb6afefcf97104401" /><Relationship Type="http://schemas.openxmlformats.org/officeDocument/2006/relationships/notesSlide" Target="/ppt/notesSlides/notesSlide2.xml" Id="R64c35d957d3643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ad77826d1c4773" /><Relationship Type="http://schemas.openxmlformats.org/officeDocument/2006/relationships/notesSlide" Target="/ppt/notesSlides/notesSlide3.xml" Id="R110afc23c18547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83492c7d584e19" /><Relationship Type="http://schemas.openxmlformats.org/officeDocument/2006/relationships/notesSlide" Target="/ppt/notesSlides/notesSlide4.xml" Id="R55bdff0885ae46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ca48df64347f2" /><Relationship Type="http://schemas.openxmlformats.org/officeDocument/2006/relationships/image" Target="/ppt/media/image2.jpeg" Id="R3d483cdc66da4f68" /><Relationship Type="http://schemas.openxmlformats.org/officeDocument/2006/relationships/notesSlide" Target="/ppt/notesSlides/notesSlide5.xml" Id="R9c9da02394a147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2f56dbcf0a471f" /><Relationship Type="http://schemas.openxmlformats.org/officeDocument/2006/relationships/image" Target="/ppt/media/image3.jpeg" Id="R5eaed2e29cb44baa" /><Relationship Type="http://schemas.openxmlformats.org/officeDocument/2006/relationships/notesSlide" Target="/ppt/notesSlides/notesSlide6.xml" Id="R398887c386dd47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e7105d3fe4541" /><Relationship Type="http://schemas.openxmlformats.org/officeDocument/2006/relationships/image" Target="/ppt/media/image4.jpeg" Id="Rd083d4181e474506" /><Relationship Type="http://schemas.openxmlformats.org/officeDocument/2006/relationships/notesSlide" Target="/ppt/notesSlides/notesSlide7.xml" Id="Ra0c40c42d3334e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d07918fa94f0c" /><Relationship Type="http://schemas.openxmlformats.org/officeDocument/2006/relationships/notesSlide" Target="/ppt/notesSlides/notesSlide8.xml" Id="R9034651eb89e41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696d7dbf5e4155" /><Relationship Type="http://schemas.openxmlformats.org/officeDocument/2006/relationships/notesSlide" Target="/ppt/notesSlides/notesSlide9.xml" Id="R35395d25544343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3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5AB18-5E2A-4880-9DFD-B85F8A0E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082E0-0592-46CC-A313-2B773F9A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7FF5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7FF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FF58"/>
                </a:solidFill>
                <a:latin typeface="Aptos"/>
                <a:ea typeface="Aptos"/>
                <a:cs typeface="Aptos"/>
              </a:rPr>
              <a:t>EDUVO REWARDS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8ECF3-DEAB-48F6-8819-81ACBC5B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Loyalty Member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2D5DD-7ECC-4C42-A19F-ECB55057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8E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CE8E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8E2"/>
                </a:solidFill>
                <a:latin typeface="Aptos"/>
                <a:ea typeface="Aptos"/>
                <a:cs typeface="Aptos"/>
              </a:rPr>
              <a:t>Implementation and testing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072E3-174A-46A1-B97F-A73734A8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ASP.NET Core MVC with Loyalty App V2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4420C-27B7-4E17-BF29-BB2774E5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7C9C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7C9C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9C0"/>
                </a:solidFill>
                <a:latin typeface="Aptos"/>
                <a:ea typeface="Aptos"/>
                <a:cs typeface="Aptos"/>
              </a:rPr>
              <a:t>2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E09FD-B6A1-4D26-8380-11240EFA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19250"/>
            <a:ext cx="17145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F5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93EC6-7CA0-4159-886D-FA624637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19250"/>
            <a:ext cx="171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200" b="1">
                <a:solidFill>
                  <a:srgbClr val="083A2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7200" b="1">
                <a:solidFill>
                  <a:srgbClr val="083A2C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083A2C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7868773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1D9FD-9899-43A3-B725-444D663D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Member website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F2F32-0B0D-4C94-A739-58D6A91F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69"/>
                </a:solidFill>
                <a:latin typeface="Aptos"/>
                <a:ea typeface="Aptos"/>
                <a:cs typeface="Aptos"/>
              </a:rPr>
              <a:t>One responsive portal for the loyalty functions shared by web and mobile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A5721-E251-45C0-8CBC-8071B04D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FF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3BDB0-5BDD-4A5F-B4EA-0D6D3E83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05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A488A-911B-4222-8B04-D9EDE6CF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64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Account access through email/password or phone OTP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25023-916A-4E2F-BB57-E1DDF630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0FA24-4DE1-48B5-A18B-EAEC2735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64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Live wallet, points, stamps and member QR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63455-00E2-4DB8-A673-8BDE8E97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BC476-368C-4C64-98CB-B153ACA1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64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Rewards, vouchers, history and notifications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BCDE2-2AE6-4D92-96A7-1B6AF722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48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114A4-F698-4CFF-83AF-E1090634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64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Outlets, referrals, profile and feedback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07198-0C51-461D-8FD5-BFF6B781FD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fefcf97104401"/>
          <a:stretch xmlns:a="http://schemas.openxmlformats.org/drawingml/2006/main"/>
        </p:blipFill>
        <p:spPr>
          <a:xfrm xmlns:a="http://schemas.openxmlformats.org/drawingml/2006/main">
            <a:off x="8221193" y="1619250"/>
            <a:ext cx="654990" cy="4572000"/>
          </a:xfrm>
          <a:prstGeom xmlns:a="http://schemas.openxmlformats.org/drawingml/2006/main" prst="roundRect">
            <a:avLst>
              <a:gd name="adj" fmla="val 549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06673-38DC-4625-9092-E30CAEBA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28850"/>
            <a:ext cx="1619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69"/>
                </a:solidFill>
                <a:latin typeface="Aptos"/>
                <a:ea typeface="Aptos"/>
                <a:cs typeface="Aptos"/>
              </a:rPr>
              <a:t>The public and authenticated pages use the same visual system across desktop and mobile sizes.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52150-324A-4F3D-86FE-5870C092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69"/>
                </a:solidFill>
                <a:latin typeface="Aptos"/>
                <a:ea typeface="Aptos"/>
                <a:cs typeface="Aptos"/>
              </a:rPr>
              <a:t>EDUVO LOYALTY MEMBER WEBSITE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44869-6FE8-4182-9C82-65A2661D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9269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C7652-623B-40BA-9215-189FE8C5B1D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6775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5F46"/>
            </a:solidFill>
            <a:prstDash val="soli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FE0F3-D9AE-4442-B02E-14FB6D0C46D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5F46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9E637-CA50-402A-9A66-50AE6025667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5275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5F46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18C57B-06DC-4AF6-A92E-3C3636FC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Solution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B1205-0806-43E4-BA6B-E65CDDEF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69"/>
                </a:solidFill>
                <a:latin typeface="Aptos"/>
                <a:ea typeface="Aptos"/>
                <a:cs typeface="Aptos"/>
              </a:rPr>
              <a:t>The browser communicates with the MVC server, which owns the API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D6FDE-C1C5-4DAD-8B7A-4A5B6EC0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FF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32501-EDE3-4A7D-9FAC-297FA4B5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38125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9525">
            <a:solidFill>
              <a:srgbClr val="D7DF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F2744-561C-48CD-A0D0-D4519241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Member 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2842A-08E4-4048-BEB2-18E4355B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1924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69"/>
                </a:solidFill>
                <a:latin typeface="Aptos"/>
                <a:ea typeface="Aptos"/>
                <a:cs typeface="Aptos"/>
              </a:rPr>
              <a:t>Razor pages and 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BF868-C497-4C0F-910E-81E487B9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38125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9525">
            <a:solidFill>
              <a:srgbClr val="D7DF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3B821-6A45-40C8-A484-D56E8620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19400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MVC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97A7C-8EFE-456E-9C9D-756CE327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1924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69"/>
                </a:solidFill>
                <a:latin typeface="Aptos"/>
                <a:ea typeface="Aptos"/>
                <a:cs typeface="Aptos"/>
              </a:rPr>
              <a:t>Cookies, validation and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FEE94-4DF8-4163-9CB9-2D816B11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238125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9525">
            <a:solidFill>
              <a:srgbClr val="D7DF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A5BCC-CDCB-4876-9901-57A52DF3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Integration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49B58-A087-4804-853A-532A322F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1924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69"/>
                </a:solidFill>
                <a:latin typeface="Aptos"/>
                <a:ea typeface="Aptos"/>
                <a:cs typeface="Aptos"/>
              </a:rPr>
              <a:t>JWT cache and API mapping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A0D11-3B3F-4D25-9460-DC9BFB0B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238125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9525">
            <a:solidFill>
              <a:srgbClr val="125F4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8ED37-5779-42DC-A94C-A14676B3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19400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Loyalty App V2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A451A-DB16-448F-9ADE-DBB2E574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05200"/>
            <a:ext cx="1924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E2F0E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E2F0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2F0E8"/>
                </a:solidFill>
                <a:latin typeface="Aptos"/>
                <a:ea typeface="Aptos"/>
                <a:cs typeface="Aptos"/>
              </a:rPr>
              <a:t>Shared member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2B47C-AF7C-4CDF-AAC2-F71C0864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53000"/>
            <a:ext cx="739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5F46"/>
                </a:solidFill>
                <a:latin typeface="Aptos"/>
                <a:ea typeface="Aptos"/>
                <a:cs typeface="Aptos"/>
              </a:rPr>
              <a:t>JWT credentials stay in .NET User Secrets and never enter browser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12FE5-9C91-4CD9-8AD8-86A01D2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69"/>
                </a:solidFill>
                <a:latin typeface="Aptos"/>
                <a:ea typeface="Aptos"/>
                <a:cs typeface="Aptos"/>
              </a:rPr>
              <a:t>EDUVO LOYALTY MEMBER WEBSITE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12398-858E-42DE-A8CE-C3857D49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14342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D64DBF-F17A-4868-A6AE-0EAFCAC2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Account workflows and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6BEE1-F5C7-416D-8545-AECCF90B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FF5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145E5-5C61-40DC-96E4-FE6FFDD9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5F46"/>
                </a:solidFill>
                <a:latin typeface="Aptos"/>
                <a:ea typeface="Aptos"/>
                <a:cs typeface="Aptos"/>
              </a:rPr>
              <a:t>Member workflows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FEF05-C28A-4CD5-B992-4F78C4D6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D5093-9593-4268-A403-A29E0625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Registration with OTP and optional referral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F94EC-F2EA-4366-9BB5-B72A96CF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EF372-11BB-4ECB-83D4-A2433A0E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Email/password and phone OTP login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8A60E-F8B6-4316-B2B2-71A60FF4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5964B-38FF-4975-AF4B-C92E0C96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Password recovery and email verification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B924D-2183-451B-AF86-1B911D1C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CABFB-D0A8-4F99-811B-AC41402D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Cookie logout and account deactivation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4E348-497A-4D32-AED3-8429B51C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52F84-63D2-46B0-90D0-1BECB030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5F46"/>
                </a:solidFill>
                <a:latin typeface="Aptos"/>
                <a:ea typeface="Aptos"/>
                <a:cs typeface="Aptos"/>
              </a:rPr>
              <a:t>Security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7F124-B871-4C88-99F9-D75A153B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14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65FD5-54B1-4C30-87B7-D75416B6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098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HTTP-only authentication cookie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E7EB0-3C27-466D-B836-14192272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57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A8424-F26E-4C2B-9227-6A9B0AEA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5280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Anti-forgery protection on form posts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99BCF-D4A2-4732-B5FC-2292161B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00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46A37-B292-4E83-89D5-2A403FAF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957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Rate limiting on account routes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6196A-9737-472F-8F84-DD31E329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43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5D6592-8CDE-4285-A528-08144517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3870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Friendly handling for upstream failures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589FC-226A-4F78-8832-39343D6F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69"/>
                </a:solidFill>
                <a:latin typeface="Aptos"/>
                <a:ea typeface="Aptos"/>
                <a:cs typeface="Aptos"/>
              </a:rPr>
              <a:t>EDUVO LOYALTY MEMBER WEBSITE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73E557-ADA7-4D56-8E69-6B485C1F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094469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A1959-3A49-4A0F-B660-C0199BA4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Live member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AABB4-87BE-4E1C-A7B8-0C6CAD99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69"/>
                </a:solidFill>
                <a:latin typeface="Aptos"/>
                <a:ea typeface="Aptos"/>
                <a:cs typeface="Aptos"/>
              </a:rPr>
              <a:t>Balances, tier, member identity and QR come from the authenticated account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4BC42-B147-401A-AFC4-420A198E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FF58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806BA-945F-4D28-8908-99AFF66B8C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83cdc66da4f68"/>
          <a:stretch xmlns:a="http://schemas.openxmlformats.org/drawingml/2006/main"/>
        </p:blipFill>
        <p:spPr>
          <a:xfrm xmlns:a="http://schemas.openxmlformats.org/drawingml/2006/main">
            <a:off x="866390" y="1695450"/>
            <a:ext cx="7220720" cy="4514850"/>
          </a:xfrm>
          <a:prstGeom xmlns:a="http://schemas.openxmlformats.org/drawingml/2006/main" prst="roundRect">
            <a:avLst>
              <a:gd name="adj" fmla="val 295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645DF-5243-4646-B725-569A14B9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5F46"/>
                </a:solidFill>
                <a:latin typeface="Aptos"/>
                <a:ea typeface="Aptos"/>
                <a:cs typeface="Aptos"/>
              </a:rPr>
              <a:t>Member QR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F0A50-D593-47A1-80EB-3CE1DEBD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The QR contains the registered phone number because the merchant scan operation accepts a phone number.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E6C04-CD3E-4A48-8834-C5A99588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069"/>
                </a:solidFill>
                <a:latin typeface="Aptos"/>
                <a:ea typeface="Aptos"/>
                <a:cs typeface="Aptos"/>
              </a:rPr>
              <a:t>Campaign content is cleaned into readable plain text before display.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7D2A2-5991-4048-ABD2-F900DEF7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69"/>
                </a:solidFill>
                <a:latin typeface="Aptos"/>
                <a:ea typeface="Aptos"/>
                <a:cs typeface="Aptos"/>
              </a:rPr>
              <a:t>EDUVO LOYALTY MEMBER WEBSITE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180EF-0748-4A5D-9518-BE1916EC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4863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89291-F6C3-4573-9DA1-9C654370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Rewards and vouchers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1F762-5DEC-4BAB-8C33-5F2BB316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69"/>
                </a:solidFill>
                <a:latin typeface="Aptos"/>
                <a:ea typeface="Aptos"/>
                <a:cs typeface="Aptos"/>
              </a:rPr>
              <a:t>Catalogue details and owned redemption items use live API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CA9F5-6580-4899-9320-9E95B560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FF58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7DF0B-1704-48C8-B577-D1BA64F6F0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ed2e29cb44baa"/>
          <a:stretch xmlns:a="http://schemas.openxmlformats.org/drawingml/2006/main"/>
        </p:blipFill>
        <p:spPr>
          <a:xfrm xmlns:a="http://schemas.openxmlformats.org/drawingml/2006/main">
            <a:off x="992505" y="1790700"/>
            <a:ext cx="7101840" cy="4438650"/>
          </a:xfrm>
          <a:prstGeom xmlns:a="http://schemas.openxmlformats.org/drawingml/2006/main" prst="roundRect">
            <a:avLst>
              <a:gd name="adj" fmla="val 30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5FACE-29DB-4C6C-8593-0A0FF579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06117-44BE-47C4-821A-966C2C8A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Reward and voucher tabs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BE99E-A7BB-4038-9E35-495F9BE7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52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A838B-14FC-4A16-B038-B1879F1F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API-backed detail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5A448-ECAC-4BCC-8F9D-30C5357E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48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AE24D-6DAB-4E22-AF2C-6E11AD41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433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Owned-item QR codes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3A114-0596-420B-B9FF-38414397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43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5B998-B248-49BF-A47F-86BAE478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387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Expiry and point values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BDA85-4ED8-4E5F-9E9C-92736AC7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69"/>
                </a:solidFill>
                <a:latin typeface="Aptos"/>
                <a:ea typeface="Aptos"/>
                <a:cs typeface="Aptos"/>
              </a:rPr>
              <a:t>EDUVO LOYALTY MEMBER WEBSITE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15AD7-9B16-47DD-A623-80A4C6B6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34263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A635E-828E-4D4C-BEED-B0C90714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Stores and browser location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C1FB8-BC60-4454-9220-E030D892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69"/>
                </a:solidFill>
                <a:latin typeface="Aptos"/>
                <a:ea typeface="Aptos"/>
                <a:cs typeface="Aptos"/>
              </a:rPr>
              <a:t>Outlet coordinates drive the map and optional distance calculation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47A07-6DBF-4A6B-A7F1-5E60D055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FF58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54478-0954-43CB-8987-B8DC8A223C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3d4181e474506"/>
          <a:stretch xmlns:a="http://schemas.openxmlformats.org/drawingml/2006/main"/>
        </p:blipFill>
        <p:spPr>
          <a:xfrm xmlns:a="http://schemas.openxmlformats.org/drawingml/2006/main">
            <a:off x="3836298" y="1714500"/>
            <a:ext cx="7281654" cy="4552950"/>
          </a:xfrm>
          <a:prstGeom xmlns:a="http://schemas.openxmlformats.org/drawingml/2006/main" prst="roundRect">
            <a:avLst>
              <a:gd name="adj" fmla="val 292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D9FD8-18AE-4F0A-9A58-4A500B1B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5F46"/>
                </a:solidFill>
                <a:latin typeface="Aptos"/>
                <a:ea typeface="Aptos"/>
                <a:cs typeface="Aptos"/>
              </a:rPr>
              <a:t>Outlet 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44A32-1D23-4868-8C11-56202AB1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143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Loaded from GetAllOutlets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C60AA-8BA4-4550-9B80-A795337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5F46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BCBB0-807A-448C-83A0-072E3C96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OpenStreetMap updates when a member selects a store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44245-70B6-4293-81F1-6108DAD0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69"/>
                </a:solidFill>
                <a:latin typeface="Aptos"/>
                <a:ea typeface="Aptos"/>
                <a:cs typeface="Aptos"/>
              </a:rPr>
              <a:t>EDUVO LOYALTY MEMBER WEBSITE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CC095-C7CA-4A63-AD10-54444874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90782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3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45E59-5004-46AA-BDEB-2BAD9C32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Verification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2F8F3-1729-4095-80D0-659ED28E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C6D8D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C6D8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8D0"/>
                </a:solidFill>
                <a:latin typeface="Aptos"/>
                <a:ea typeface="Aptos"/>
                <a:cs typeface="Aptos"/>
              </a:rPr>
              <a:t>Final checks against the live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FE68C-F4D2-4DC0-8931-EA35ED95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D7FF5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D7FF58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D7FF58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A1AC3-5CEE-4E81-940C-D520E6B8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errors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30765-6418-4645-A3BB-3EBE8F59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D7FF5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D7FF58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D7FF58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A43EA-138F-441B-8C66-301B8CD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05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warnings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D08D0-DBA9-4A53-B68D-B9CBE43F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D7FF5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D7FF58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D7FF58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9185C-B2E2-4A8F-B46A-FA9CC5E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authenticated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B89F8-2BD9-4B9E-B3B9-2D832615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526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D7FF5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D7FF58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D7FF58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FDB25-9BEA-4FAC-9C7D-E2254549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F1300-1389-43EB-8DD9-D9E432E3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B6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A6A07-F858-4EEB-82E3-44F6BC0C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Responsive layouts checked at mobile and 1440 x 900 desktop sizes. API credentials and member test credentials are absent from source control.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573E1-85DA-44BB-9F72-601D11C4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94AEA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94AEA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4AEA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355719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A5CC6E-5D98-4935-9C80-40DA0E0A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API limitations and project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44A72-66E6-4DFE-99C0-F048BFC2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FF5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19C94-D680-4F95-8CB2-E1BA6B91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5F46"/>
                </a:solidFill>
                <a:latin typeface="Aptos"/>
                <a:ea typeface="Aptos"/>
                <a:cs typeface="Aptos"/>
              </a:rPr>
              <a:t>Documented constraints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AA76C-2B0C-481A-923D-8497671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39E88-4377-49E6-9007-ABBEC30B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No online payment operation for optional ordering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F3E11-F15C-483C-844F-DB86D572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4AF5A-D6DF-4C8A-86EE-C7540CC1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Account deletion only deactivates the member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65BD7-0521-4F0B-807E-1BDE02E1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5ED49-4F11-4AC2-B81C-8A6A156C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Tier, earning and expiry rules remain undocumented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4AFD7-B0F2-4577-AD0C-21A31AD6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2FFAE-48D1-44F8-B576-85468BF0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Several response formats remain undocumented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F4B0A-1E39-4BD8-A30D-32D27085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478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77D0C-6F0F-4E3C-B4EF-34E94E19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5F4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5F46"/>
                </a:solidFill>
                <a:latin typeface="Aptos"/>
                <a:ea typeface="Aptos"/>
                <a:cs typeface="Aptos"/>
              </a:rPr>
              <a:t>Submission contents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265B3-AFC5-460C-A681-CC2A0B92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14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4933E-2BD4-4A18-B11D-6A279610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Completed ASP.NET Core MVC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378F4-9BEC-41BA-B716-3FCFCE57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14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A6477-FBCF-4E23-9B90-51A5811F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099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Implementation and testing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CD896-E3F2-4CD0-83CB-44DDD234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14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78933-3A85-4E76-B1F7-AE2F7D83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100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Presentation and website screenshots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02974-F690-4597-9F17-2003514C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14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5F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7691A-BAC2-4A72-9252-9A269187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01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README setup and smoke-test 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2D8DA-64F0-459A-8181-937BCDBC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69"/>
                </a:solidFill>
                <a:latin typeface="Aptos"/>
                <a:ea typeface="Aptos"/>
                <a:cs typeface="Aptos"/>
              </a:rPr>
              <a:t>EDUVO LOYALTY MEMBER WEBSITE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CB3CE-1EE3-47B3-8326-1BE31E72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370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6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8637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2026-10-02T12:56:38.6300000Z</dcterms:created>
  <dcterms:modified xsi:type="dcterms:W3CDTF">2026-10-02T12:56:38.6300000Z</dcterms:modified>
</coreProperties>
</file>